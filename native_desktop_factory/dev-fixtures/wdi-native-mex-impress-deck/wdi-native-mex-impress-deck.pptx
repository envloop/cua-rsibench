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4283B"/>
                </a:solidFill>
                <a:latin typeface="Liberation Sans"/>
              </a:rPr>
              <a:t>Mexico | Macro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latin typeface="Liberation Sans"/>
              </a:rPr>
              <a:t>Decision support, based on authentic WDI observations. Check units and years before updating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Liberation Sans"/>
              </a:rPr>
              <a:t>Source: World Bank, World Development Indicators, API snapshot 2026-09-25, 2019–2024; CC BY 4.0. Derived calculations are EnvLoop's, not World Bank conclusions.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83B"/>
                </a:solidFill>
                <a:latin typeface="Liberation Sans"/>
              </a:rPr>
              <a:t>Evidence table | 2022–2024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Liberation Sans"/>
              </a:rPr>
              <a:t>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1371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Liberation Sans"/>
              </a:rPr>
              <a:t>GDP, USD bn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2936" y="1371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Liberation Sans"/>
              </a:rPr>
              <a:t>GDP/capita, 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1504" y="1371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Liberation Sans"/>
              </a:rPr>
              <a:t>Inflation,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0072" y="13716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Liberation Sans"/>
              </a:rPr>
              <a:t>Unemployment,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1,466.9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2936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11,406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1504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7.90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3.26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1,794.4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13,831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4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5.53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28346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2.77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11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611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1,830.5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3611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13,988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3611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4.72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3611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latin typeface="Liberation Sans"/>
              </a:rPr>
              <a:t>2.68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Liberation Sans"/>
              </a:rPr>
              <a:t>Source: World Bank, World Development Indicators, API snapshot 2026-09-25, 2019–2024; CC BY 4.0. Derived calculations are EnvLoop's, not World Bank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83B"/>
                </a:solidFill>
                <a:latin typeface="Liberation Sans"/>
              </a:rPr>
              <a:t>Decision signals | verify before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B85B1C"/>
                </a:solidFill>
                <a:latin typeface="Liberation Sans"/>
              </a:rPr>
              <a:t>SIGNAL_1_REVIEW_1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B85B1C"/>
                </a:solidFill>
                <a:latin typeface="Liberation Sans"/>
              </a:rPr>
              <a:t>2024 inflation: 4.72%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B85B1C"/>
                </a:solidFill>
                <a:latin typeface="Liberation Sans"/>
              </a:rPr>
              <a:t>2024 unemployment: 2.68%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Liberation Sans"/>
              </a:rPr>
              <a:t>Source: World Bank, World Development Indicators, API snapshot 2026-09-25, 2019–2024; CC BY 4.0. Derived calculations are EnvLoop's, not World Bank conclusions.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283B"/>
                </a:solidFill>
                <a:latin typeface="Liberation Sans"/>
              </a:rPr>
              <a:t>Source, definitions, and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latin typeface="Liberation Sans"/>
              </a:rPr>
              <a:t>GDP growth is nominal (current USD). Inflation and unemployment are WDI annual rates. These derived comparisons are not forecasts or World Bank judgments.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latin typeface="Liberation Sans"/>
              </a:rPr>
              <a:t>Source: World Bank, World Development Indicators, API snapshot 2026-09-25, 2019–2024; CC BY 4.0. Derived calculations are EnvLoop's, not World Bank conclusions.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