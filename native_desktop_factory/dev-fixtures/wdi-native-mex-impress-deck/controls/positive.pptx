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FCA115-ECF1-4745-853A-A8DD4FD93A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5C105F-F430-44CB-A673-5CF3AD9BF5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EF20A0-0C2F-41FB-8D72-365961D753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B7DB77-7195-4658-95A0-D46B903FE1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9C0CCE-61EA-4EAE-8C6F-6C77861AD5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DEE704-0B5E-4BBF-A92B-B269B0929A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90D915-EFDF-4915-A619-B46C51D897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AE75B5-CD41-42D7-B6A0-8C83B5FF9A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E22A01-D380-409B-9036-D10F311F4F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AF5CC6-47B3-4FD7-986D-29005E7CB9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C211CC-952D-4F52-93FE-396BA292E2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47397E-C56E-4BEC-BC33-BE1F59DD11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40441A-82BE-4EAE-BB1B-AF4C5830E2B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822960" y="731520"/>
            <a:ext cx="106066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4283b"/>
                </a:solidFill>
                <a:latin typeface="Arial"/>
              </a:rPr>
              <a:t>Mexico | Macro review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1920240"/>
            <a:ext cx="102409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Decision support, based on authentic WDI observations. Check units and years before updating signals.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822960" y="6126480"/>
            <a:ext cx="10240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Evidence table | 2022–2024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68580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Year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294444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GDP, USD bn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520308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GDP/capita, USD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746136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Inflation,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972000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Unemployment,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" name="TextBox 7"/>
          <p:cNvSpPr/>
          <p:nvPr/>
        </p:nvSpPr>
        <p:spPr>
          <a:xfrm>
            <a:off x="68580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1" name="TextBox 8"/>
          <p:cNvSpPr/>
          <p:nvPr/>
        </p:nvSpPr>
        <p:spPr>
          <a:xfrm>
            <a:off x="294444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1,466.9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" name="TextBox 9"/>
          <p:cNvSpPr/>
          <p:nvPr/>
        </p:nvSpPr>
        <p:spPr>
          <a:xfrm>
            <a:off x="520308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11,406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746136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7.90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972000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3.26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68580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294444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1,794.4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520308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13,831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746136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5.53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972000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2.77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0" name="TextBox 17"/>
          <p:cNvSpPr/>
          <p:nvPr/>
        </p:nvSpPr>
        <p:spPr>
          <a:xfrm>
            <a:off x="68580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1" name="TextBox 18"/>
          <p:cNvSpPr/>
          <p:nvPr/>
        </p:nvSpPr>
        <p:spPr>
          <a:xfrm>
            <a:off x="294444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1,830.5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20308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13,988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3" name="TextBox 20"/>
          <p:cNvSpPr/>
          <p:nvPr/>
        </p:nvSpPr>
        <p:spPr>
          <a:xfrm>
            <a:off x="746136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4.72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4" name="TextBox 21"/>
          <p:cNvSpPr/>
          <p:nvPr/>
        </p:nvSpPr>
        <p:spPr>
          <a:xfrm>
            <a:off x="972000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2.68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5" name="TextBox 22"/>
          <p:cNvSpPr/>
          <p:nvPr/>
        </p:nvSpPr>
        <p:spPr>
          <a:xfrm>
            <a:off x="685800" y="612648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Decision signals | verify before circulation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4400" y="150876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nominal GDP growth: 2.01%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914400" y="274320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inflation: 4.72%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914400" y="397764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unemployment: 2.68%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685800" y="612648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Source, definitions, and caveat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1371600"/>
            <a:ext cx="102409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GDP growth is nominal (current USD). Inflation and unemployment are WDI annual rates. These derived comparisons are not forecasts or World Bank judgments.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598932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2026-09-25T06:01:11Z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